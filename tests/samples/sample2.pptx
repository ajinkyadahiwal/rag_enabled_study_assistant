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  <p:embeddedFont>
      <p:font typeface="Manrope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anrope-regular.fntdata"/><Relationship Id="rId10" Type="http://schemas.openxmlformats.org/officeDocument/2006/relationships/font" Target="fonts/Nunito-boldItalic.fntdata"/><Relationship Id="rId12" Type="http://schemas.openxmlformats.org/officeDocument/2006/relationships/font" Target="fonts/Manrope-bold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a1026e912_0_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Transformers in Deep Learning</a:t>
            </a:r>
            <a:endParaRPr/>
          </a:p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Attention mechanisms are fundamental to the Transformer model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Transformers utilize an encoder-decoder architecture effectively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They enable powerful sequence-to-sequence modeling capabilities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Positional encodings capture the important word order information</a:t>
            </a:r>
            <a:endParaRPr/>
          </a:p>
        </p:txBody>
      </p:sp>
      <p:pic>
        <p:nvPicPr>
          <p:cNvPr id="18" name="Google Shape;18;p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
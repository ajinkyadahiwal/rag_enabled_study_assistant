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in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Neural network architecture introduced in 2017 ("Attention Is All You Need")</a:t>
            </a:r>
          </a:p>
          <a:p>
            <a:pPr/>
            <a:r>
              <a:t>Revolutionized natural language processing (NLP) and beyond</a:t>
            </a:r>
          </a:p>
          <a:p>
            <a:pPr/>
            <a:r>
              <a:t>Based entirely on attention mechanisms (no recurrence, no convolution)</a:t>
            </a:r>
          </a:p>
          <a:p>
            <a:pPr/>
            <a:r>
              <a:t>Highly parallelizable and scalable to very large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Idea: Self-Attention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token (word/subword) attends to every other token in a sequence</a:t>
            </a:r>
          </a:p>
          <a:p>
            <a:pPr/>
            <a:r>
              <a:t>Self-attention computes Query, Key, and Value vectors for each token</a:t>
            </a:r>
          </a:p>
          <a:p>
            <a:pPr/>
            <a:r>
              <a:t>Attention scores decide how much focus to place on each other token</a:t>
            </a:r>
          </a:p>
          <a:p>
            <a:pPr/>
            <a:r>
              <a:t>Captures long-range dependencies efficiently in O(n²) per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Stacked encoder and decoder blocks (original architecture)</a:t>
            </a:r>
          </a:p>
          <a:p>
            <a:pPr/>
            <a:r>
              <a:t>Each block: Multi-head self-attention + feed-forward network</a:t>
            </a:r>
          </a:p>
          <a:p>
            <a:pPr/>
            <a:r>
              <a:t>Residual connections and layer normalization for stable training</a:t>
            </a:r>
          </a:p>
          <a:p>
            <a:pPr/>
            <a:r>
              <a:t>Variants: encoder-only (BERT), decoder-only (GPT), encoder–decoder (T5)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State-of-the-art in machine translation, text generation, question answering</a:t>
            </a:r>
          </a:p>
          <a:p>
            <a:pPr/>
            <a:r>
              <a:t>Extended to vision (Vision Transformers), audio, and multimodal models</a:t>
            </a:r>
          </a:p>
          <a:p>
            <a:pPr/>
            <a:r>
              <a:t>Enabled large language models (LLMs) like GPT, PaLM, LLaMA, etc.</a:t>
            </a:r>
          </a:p>
          <a:p>
            <a:pPr/>
            <a:r>
              <a:t>Key challenges: computational cost, data requirements, and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